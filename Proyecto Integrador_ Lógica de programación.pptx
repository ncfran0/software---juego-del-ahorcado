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b2fbd245a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b2fbd245a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b17522906b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b17522906b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17522906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17522906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6091894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type="ctrTitle"/>
          </p:nvPr>
        </p:nvSpPr>
        <p:spPr>
          <a:xfrm>
            <a:off x="311708" y="-1698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Proyecto Integrador: Lógica de programación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11700" y="19197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Software: Juego del Ahorcado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1951950" y="2571750"/>
            <a:ext cx="524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1"/>
                </a:solidFill>
              </a:rPr>
              <a:t>Autor: Franklin Johnny Dumas Orellana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69375" y="3121275"/>
            <a:ext cx="1805250" cy="180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6091894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1272900" y="474275"/>
            <a:ext cx="659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chemeClr val="lt1"/>
                </a:solidFill>
              </a:rPr>
              <a:t>EL JUEGO DEL AHORCADO: DE QUE TRATA?</a:t>
            </a:r>
            <a:endParaRPr b="1" sz="2200">
              <a:solidFill>
                <a:schemeClr val="lt1"/>
              </a:solidFill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934825" y="1278750"/>
            <a:ext cx="7159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1"/>
                </a:solidFill>
              </a:rPr>
              <a:t>El juego del ahorcado consiste en adivinar una palabra secreta, usando 1 letra a la vez, con un número limitado de intentos, que ejercita nuestra mente al obligarnos a usar un razonamiento lógico para adivinar la palabra.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66" name="Google Shape;6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80438" y="2718025"/>
            <a:ext cx="2268575" cy="226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6091894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CCCCCC"/>
                </a:solidFill>
              </a:rPr>
              <a:t>Funcionalidades</a:t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-Tener base de datos donde se guardan las palabras para el juego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-Seleccionar una palabra secreta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-Esconder la palabra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-Generar intentos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-Selección de letra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-Comprobar la letra en la palabra (Restar Int. o seguir, según corresponda)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solidFill>
                  <a:schemeClr val="lt1"/>
                </a:solidFill>
              </a:rPr>
              <a:t>-Actualizar estado del juego (Mostrar las letras en la palabra; ganar la partida o perderla)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6091894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B7B7B7"/>
                </a:solidFill>
              </a:rPr>
              <a:t>Cómo</a:t>
            </a:r>
            <a:r>
              <a:rPr lang="es">
                <a:solidFill>
                  <a:srgbClr val="B7B7B7"/>
                </a:solidFill>
              </a:rPr>
              <a:t> funciona el código?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-Selección de dificultad mediante inputs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-Selección aleatoria de una palabra secreta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-Selección de letras por parte del jugador mediante inputs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-Bucles para que el juego no termine hasta quedarse sin intentos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-Bucles para que el jugador pueda jugar de nuevo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solidFill>
                  <a:schemeClr val="lt1"/>
                </a:solidFill>
              </a:rPr>
              <a:t>-Códigos que se encargan del correcto uso del programa y evitar errores en la semántica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